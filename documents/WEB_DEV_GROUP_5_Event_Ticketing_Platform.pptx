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WEB DEVELOPMENT — GROUP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Event Registration &amp; Ticket Payment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069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University of Ibadan Technology Conference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120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2-week group project • PHP API • MySQL • JavaScript Fetch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Conference registration is currently handled through manual processes such as forms, cash payments and spreadsheets.</a:t>
            </a:r>
          </a:p>
          <a:p>
            <a:pPr>
              <a:spcAft>
                <a:spcPts val="900"/>
              </a:spcAft>
              <a:defRPr sz="1800" b="0"/>
            </a:pPr>
            <a:r>
              <a:t>Manual processes are slow and error-prone, especially when attendance numbers increase.</a:t>
            </a:r>
          </a:p>
          <a:p>
            <a:pPr>
              <a:spcAft>
                <a:spcPts val="900"/>
              </a:spcAft>
              <a:defRPr sz="1800" b="0"/>
            </a:pPr>
            <a:r>
              <a:t>Checking attendees at the gate can be difficult without a reliable digital ticket system.</a:t>
            </a:r>
          </a:p>
          <a:p>
            <a:pPr>
              <a:spcAft>
                <a:spcPts val="900"/>
              </a:spcAft>
              <a:defRPr sz="1800" b="0"/>
            </a:pPr>
            <a:r>
              <a:t>Manual records make it harder to track payments, attendance and ticket sales in real time.</a:t>
            </a:r>
          </a:p>
          <a:p>
            <a:pPr>
              <a:spcAft>
                <a:spcPts val="900"/>
              </a:spcAft>
              <a:defRPr sz="1800" b="0"/>
            </a:pPr>
            <a:r>
              <a:t>Fake tickets, duplicate entries and reused tickets are difficult to detect without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Proposed Solution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A web-based conference registration and ticketing platform.</a:t>
            </a:r>
          </a:p>
          <a:p>
            <a:pPr>
              <a:spcAft>
                <a:spcPts val="900"/>
              </a:spcAft>
              <a:defRPr sz="1600" b="0"/>
            </a:pPr>
            <a:r>
              <a:t>Users register, select tickets, pay and receive digital tickets.</a:t>
            </a:r>
          </a:p>
          <a:p>
            <a:pPr>
              <a:spcAft>
                <a:spcPts val="900"/>
              </a:spcAft>
              <a:defRPr sz="1600" b="0"/>
            </a:pPr>
            <a:r>
              <a:t>Each paid ticket receives a unique identifier and QR-code-like representation.</a:t>
            </a:r>
          </a:p>
          <a:p>
            <a:pPr>
              <a:spcAft>
                <a:spcPts val="900"/>
              </a:spcAft>
              <a:defRPr sz="1600" b="0"/>
            </a:pPr>
            <a:r>
              <a:t>Gate officers/admins can verify tickets before admission.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Enable online registration and ticket purchase 24/7.</a:t>
            </a:r>
          </a:p>
          <a:p>
            <a:pPr>
              <a:spcAft>
                <a:spcPts val="900"/>
              </a:spcAft>
              <a:defRPr sz="1600" b="0"/>
            </a:pPr>
            <a:r>
              <a:t>Automatically calculate ticket prices by category and quantity.</a:t>
            </a:r>
          </a:p>
          <a:p>
            <a:pPr>
              <a:spcAft>
                <a:spcPts val="900"/>
              </a:spcAft>
              <a:defRPr sz="1600" b="0"/>
            </a:pPr>
            <a:r>
              <a:t>Issue a unique, verifiable ticket for every paid order.</a:t>
            </a:r>
          </a:p>
          <a:p>
            <a:pPr>
              <a:spcAft>
                <a:spcPts val="900"/>
              </a:spcAft>
              <a:defRPr sz="1600" b="0"/>
            </a:pPr>
            <a:r>
              <a:t>Prevent fake or reused tickets through verification.</a:t>
            </a:r>
          </a:p>
          <a:p>
            <a:pPr>
              <a:spcAft>
                <a:spcPts val="900"/>
              </a:spcAft>
              <a:defRPr sz="1600" b="0"/>
            </a:pPr>
            <a:r>
              <a:t>Give organisers up-to-date sales and attendance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Primary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Attendees — students, staff, general public and VIP guests.</a:t>
            </a:r>
          </a:p>
          <a:p>
            <a:pPr>
              <a:spcAft>
                <a:spcPts val="900"/>
              </a:spcAft>
              <a:defRPr sz="1600" b="0"/>
            </a:pPr>
            <a:r>
              <a:t>Conference organisers / administrators — manage the event and monitor sales.</a:t>
            </a:r>
          </a:p>
          <a:p>
            <a:pPr>
              <a:spcAft>
                <a:spcPts val="900"/>
              </a:spcAft>
              <a:defRPr sz="1600" b="0"/>
            </a:pPr>
            <a:r>
              <a:t>Gate / verification officers — verify tickets and control admission.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Other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Payment provider — processes or confirms transactions.</a:t>
            </a:r>
          </a:p>
          <a:p>
            <a:pPr>
              <a:spcAft>
                <a:spcPts val="900"/>
              </a:spcAft>
              <a:defRPr sz="1600" b="0"/>
            </a:pPr>
            <a:r>
              <a:t>Development team — designs, develops, tests and documents the platform.</a:t>
            </a:r>
          </a:p>
          <a:p>
            <a:pPr>
              <a:spcAft>
                <a:spcPts val="900"/>
              </a:spcAft>
              <a:defRPr sz="1600" b="0"/>
            </a:pPr>
            <a:r>
              <a:t>Lecturer / assessor — evaluates the system and project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Team Roles — 5 Workstreams / 8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Workstreams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1. Project Management &amp; Documentation — 1 person</a:t>
            </a:r>
          </a:p>
          <a:p>
            <a:pPr>
              <a:spcAft>
                <a:spcPts val="900"/>
              </a:spcAft>
              <a:defRPr sz="1600" b="0"/>
            </a:pPr>
            <a:r>
              <a:t>Requirements, feasibility, SDLC documentation, diagrams, coordination and final report.</a:t>
            </a:r>
          </a:p>
          <a:p>
            <a:pPr>
              <a:spcAft>
                <a:spcPts val="900"/>
              </a:spcAft>
              <a:defRPr sz="1600" b="0"/>
            </a:pPr>
            <a:r>
              <a:t>2. UI/UX &amp; Frontend — 2 people</a:t>
            </a:r>
          </a:p>
          <a:p>
            <a:pPr>
              <a:spcAft>
                <a:spcPts val="900"/>
              </a:spcAft>
              <a:defRPr sz="1600" b="0"/>
            </a:pPr>
            <a:r>
              <a:t>Design, event page, forms, ticket selection, checkout, digital ticket, admin UI, Fetch API.</a:t>
            </a:r>
          </a:p>
          <a:p>
            <a:pPr>
              <a:spcAft>
                <a:spcPts val="900"/>
              </a:spcAft>
              <a:defRPr sz="1600" b="0"/>
            </a:pPr>
            <a:r>
              <a:t>3. Backend &amp; Database — 2 people</a:t>
            </a:r>
          </a:p>
          <a:p>
            <a:pPr>
              <a:spcAft>
                <a:spcPts val="900"/>
              </a:spcAft>
              <a:defRPr sz="1600" b="0"/>
            </a:pPr>
            <a:r>
              <a:t>PHP APIs, MySQL, authentication, database connections, validation and JSON responses.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Workstreams 4–5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4. Ticketing, Payment &amp; Verification — 2 people</a:t>
            </a:r>
          </a:p>
          <a:p>
            <a:pPr>
              <a:spcAft>
                <a:spcPts val="900"/>
              </a:spcAft>
              <a:defRPr sz="1600" b="0"/>
            </a:pPr>
            <a:r>
              <a:t>Categories, pricing, quantity, orders, payment, unique tickets, QR representation and verification.</a:t>
            </a:r>
          </a:p>
          <a:p>
            <a:pPr>
              <a:spcAft>
                <a:spcPts val="900"/>
              </a:spcAft>
              <a:defRPr sz="1600" b="0"/>
            </a:pPr>
            <a:r>
              <a:t>5. Admin &amp; Testing — 1 person</a:t>
            </a:r>
          </a:p>
          <a:p>
            <a:pPr>
              <a:spcAft>
                <a:spcPts val="900"/>
              </a:spcAft>
              <a:defRPr sz="1600" b="0"/>
            </a:pPr>
            <a:r>
              <a:t>Admin dashboard, users, orders, payments, statistics, system testing and bug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Functional Requirements — User &amp; Purchase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FR01 — Display event information: title, date, venue, schedule and speakers.</a:t>
            </a:r>
          </a:p>
          <a:p>
            <a:pPr>
              <a:spcAft>
                <a:spcPts val="900"/>
              </a:spcAft>
              <a:defRPr sz="1800" b="0"/>
            </a:pPr>
            <a:r>
              <a:t>FR02 — Register a user: name, email, phone, password and attendee type.</a:t>
            </a:r>
          </a:p>
          <a:p>
            <a:pPr>
              <a:spcAft>
                <a:spcPts val="900"/>
              </a:spcAft>
              <a:defRPr sz="1800" b="0"/>
            </a:pPr>
            <a:r>
              <a:t>FR03 — Log in and log out.</a:t>
            </a:r>
          </a:p>
          <a:p>
            <a:pPr>
              <a:spcAft>
                <a:spcPts val="900"/>
              </a:spcAft>
              <a:defRPr sz="1800" b="0"/>
            </a:pPr>
            <a:r>
              <a:t>FR04 — Show ticket categories and prices.</a:t>
            </a:r>
          </a:p>
          <a:p>
            <a:pPr>
              <a:spcAft>
                <a:spcPts val="900"/>
              </a:spcAft>
              <a:defRPr sz="1800" b="0"/>
            </a:pPr>
            <a:r>
              <a:t>FR05 — Select ticket category and quantity.</a:t>
            </a:r>
          </a:p>
          <a:p>
            <a:pPr>
              <a:spcAft>
                <a:spcPts val="900"/>
              </a:spcAft>
              <a:defRPr sz="1800" b="0"/>
            </a:pPr>
            <a:r>
              <a:t>FR06 — Calculate total dynamically in the browser and re-check the price on the server.</a:t>
            </a:r>
          </a:p>
          <a:p>
            <a:pPr>
              <a:spcAft>
                <a:spcPts val="900"/>
              </a:spcAft>
              <a:defRPr sz="1800" b="0"/>
            </a:pPr>
            <a:r>
              <a:t>FR07 — Show an order summary before payment.</a:t>
            </a:r>
          </a:p>
          <a:p>
            <a:pPr>
              <a:spcAft>
                <a:spcPts val="900"/>
              </a:spcAft>
              <a:defRPr sz="1800" b="0"/>
            </a:pPr>
            <a:r>
              <a:t>FR08 — Process payment and record the transaction.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Functional Requirements — Ticket &amp; Admin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FR09 — Show payment confirmation for success or failure.</a:t>
            </a:r>
          </a:p>
          <a:p>
            <a:pPr>
              <a:spcAft>
                <a:spcPts val="900"/>
              </a:spcAft>
              <a:defRPr sz="1800" b="0"/>
            </a:pPr>
            <a:r>
              <a:t>FR10 — Generate a unique ticket number for every ticket.</a:t>
            </a:r>
          </a:p>
          <a:p>
            <a:pPr>
              <a:spcAft>
                <a:spcPts val="900"/>
              </a:spcAft>
              <a:defRPr sz="1800" b="0"/>
            </a:pPr>
            <a:r>
              <a:t>FR11 — Display a QR-code-like digital ticket that can be viewed and printed.</a:t>
            </a:r>
          </a:p>
          <a:p>
            <a:pPr>
              <a:spcAft>
                <a:spcPts val="900"/>
              </a:spcAft>
              <a:defRPr sz="1800" b="0"/>
            </a:pPr>
            <a:r>
              <a:t>FR12 — Verify a ticket by number or code and return valid, used or invalid.</a:t>
            </a:r>
          </a:p>
          <a:p>
            <a:pPr>
              <a:spcAft>
                <a:spcPts val="900"/>
              </a:spcAft>
              <a:defRPr sz="1800" b="0"/>
            </a:pPr>
            <a:r>
              <a:t>FR13 — Mark a ticket as used after successful entry verification.</a:t>
            </a:r>
          </a:p>
          <a:p>
            <a:pPr>
              <a:spcAft>
                <a:spcPts val="900"/>
              </a:spcAft>
              <a:defRPr sz="1800" b="0"/>
            </a:pPr>
            <a:r>
              <a:t>FR14 — Admin dashboard: sales totals, tickets per category, attendee list, search, ticket prices and event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Security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Hash passwords securely.</a:t>
            </a:r>
          </a:p>
          <a:p>
            <a:pPr>
              <a:spcAft>
                <a:spcPts val="900"/>
              </a:spcAft>
              <a:defRPr sz="1600" b="0"/>
            </a:pPr>
            <a:r>
              <a:t>Use PDO prepared statements to reduce SQL injection risk.</a:t>
            </a:r>
          </a:p>
          <a:p>
            <a:pPr>
              <a:spcAft>
                <a:spcPts val="900"/>
              </a:spcAft>
              <a:defRPr sz="1600" b="0"/>
            </a:pPr>
            <a:r>
              <a:t>Validate input on the server.</a:t>
            </a:r>
          </a:p>
          <a:p>
            <a:pPr>
              <a:spcAft>
                <a:spcPts val="900"/>
              </a:spcAft>
              <a:defRPr sz="1600" b="0"/>
            </a:pPr>
            <a:r>
              <a:t>Recalculate prices on the server — never trust browser totals.</a:t>
            </a:r>
          </a:p>
          <a:p>
            <a:pPr>
              <a:spcAft>
                <a:spcPts val="900"/>
              </a:spcAft>
              <a:defRPr sz="1600" b="0"/>
            </a:pPr>
            <a:r>
              <a:t>Require admin authentication for administrative functions.</a:t>
            </a:r>
          </a:p>
          <a:p>
            <a:pPr>
              <a:spcAft>
                <a:spcPts val="900"/>
              </a:spcAft>
              <a:defRPr sz="1600" b="0"/>
            </a:pPr>
            <a:r>
              <a:t>Use a database transaction so a ticket is not created without confirmed payment.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Performance &amp; Maintainability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Target page load: under 3 seconds under normal conditions.</a:t>
            </a:r>
          </a:p>
          <a:p>
            <a:pPr>
              <a:spcAft>
                <a:spcPts val="900"/>
              </a:spcAft>
              <a:defRPr sz="1600" b="0"/>
            </a:pPr>
            <a:r>
              <a:t>Target API response: under 2 seconds under normal conditions.</a:t>
            </a:r>
          </a:p>
          <a:p>
            <a:pPr>
              <a:spcAft>
                <a:spcPts val="900"/>
              </a:spcAft>
              <a:defRPr sz="1600" b="0"/>
            </a:pPr>
            <a:r>
              <a:t>Mobile-responsive and clear error messages.</a:t>
            </a:r>
          </a:p>
          <a:p>
            <a:pPr>
              <a:spcAft>
                <a:spcPts val="900"/>
              </a:spcAft>
              <a:defRPr sz="1600" b="0"/>
            </a:pPr>
            <a:r>
              <a:t>Maximum 4 steps from event page to ticket purchase.</a:t>
            </a:r>
          </a:p>
          <a:p>
            <a:pPr>
              <a:spcAft>
                <a:spcPts val="900"/>
              </a:spcAft>
              <a:defRPr sz="1600" b="0"/>
            </a:pPr>
            <a:r>
              <a:t>Modular PHP files and consistent JSON responses.</a:t>
            </a:r>
          </a:p>
          <a:p>
            <a:pPr>
              <a:spcAft>
                <a:spcPts val="900"/>
              </a:spcAft>
              <a:defRPr sz="1600" b="0"/>
            </a:pPr>
            <a:r>
              <a:t>Support current Chrome, Firefox, Edge and mobile browsers.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Inputs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Inputs →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Register: name, email, phone, password, attendee type → account created + message.</a:t>
            </a:r>
          </a:p>
          <a:p>
            <a:pPr>
              <a:spcAft>
                <a:spcPts val="900"/>
              </a:spcAft>
              <a:defRPr sz="1600" b="0"/>
            </a:pPr>
            <a:r>
              <a:t>Select ticket: category, quantity → computed total.</a:t>
            </a:r>
          </a:p>
          <a:p>
            <a:pPr>
              <a:spcAft>
                <a:spcPts val="900"/>
              </a:spcAft>
              <a:defRPr sz="1600" b="0"/>
            </a:pPr>
            <a:r>
              <a:t>Payment: order ID + payment reference/details → transaction status + receipt.</a:t>
            </a:r>
          </a:p>
          <a:p>
            <a:pPr>
              <a:spcAft>
                <a:spcPts val="900"/>
              </a:spcAft>
              <a:defRPr sz="1600" b="0"/>
            </a:pPr>
            <a:r>
              <a:t>Ticket: paid order ID → ticket number(s) + QR-style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Verification &amp;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Verify: ticket number/code → valid, used or invalid + holder/category.</a:t>
            </a:r>
          </a:p>
          <a:p>
            <a:pPr>
              <a:spcAft>
                <a:spcPts val="900"/>
              </a:spcAft>
              <a:defRPr sz="1600" b="0"/>
            </a:pPr>
            <a:r>
              <a:t>Admin: filters and price/event edits → reports and attendee lists.</a:t>
            </a:r>
          </a:p>
          <a:p>
            <a:pPr>
              <a:spcAft>
                <a:spcPts val="900"/>
              </a:spcAft>
              <a:defRPr sz="1600" b="0"/>
            </a:pPr>
            <a:r>
              <a:t>All critical outputs are generated/validated by the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System Technology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Frontend: HTML, CSS and JavaScript.</a:t>
            </a:r>
          </a:p>
          <a:p>
            <a:pPr>
              <a:spcAft>
                <a:spcPts val="900"/>
              </a:spcAft>
              <a:defRPr sz="1600" b="0"/>
            </a:pPr>
            <a:r>
              <a:t>Communication: JavaScript Fetch API.</a:t>
            </a:r>
          </a:p>
          <a:p>
            <a:pPr>
              <a:spcAft>
                <a:spcPts val="900"/>
              </a:spcAft>
              <a:defRPr sz="1600" b="0"/>
            </a:pPr>
            <a:r>
              <a:t>Backend: PHP API.</a:t>
            </a:r>
          </a:p>
          <a:p>
            <a:pPr>
              <a:spcAft>
                <a:spcPts val="900"/>
              </a:spcAft>
              <a:defRPr sz="1600" b="0"/>
            </a:pPr>
            <a:r>
              <a:t>Database: MySQL.</a:t>
            </a:r>
          </a:p>
          <a:p>
            <a:pPr>
              <a:spcAft>
                <a:spcPts val="900"/>
              </a:spcAft>
              <a:defRPr sz="1600" b="0"/>
            </a:pPr>
            <a:r>
              <a:t>Ticket representation: QR-code-like digital ticket.</a:t>
            </a:r>
          </a:p>
          <a:p>
            <a:pPr>
              <a:spcAft>
                <a:spcPts val="900"/>
              </a:spcAft>
              <a:defRPr sz="1600" b="0"/>
            </a:pPr>
            <a:r>
              <a:t>Payment: payment integration or controlled simulation for the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Core API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/api/register.php — registration.</a:t>
            </a:r>
          </a:p>
          <a:p>
            <a:pPr>
              <a:spcAft>
                <a:spcPts val="900"/>
              </a:spcAft>
              <a:defRPr sz="1600" b="0"/>
            </a:pPr>
            <a:r>
              <a:t>/api/payment.php — payment processing/confirmation.</a:t>
            </a:r>
          </a:p>
          <a:p>
            <a:pPr>
              <a:spcAft>
                <a:spcPts val="900"/>
              </a:spcAft>
              <a:defRPr sz="1600" b="0"/>
            </a:pPr>
            <a:r>
              <a:t>/api/ticket.php — ticket creation/retrieval.</a:t>
            </a:r>
          </a:p>
          <a:p>
            <a:pPr>
              <a:spcAft>
                <a:spcPts val="900"/>
              </a:spcAft>
              <a:defRPr sz="1600" b="0"/>
            </a:pPr>
            <a:r>
              <a:t>/api/verify-ticket.php — ticket verification.</a:t>
            </a:r>
          </a:p>
          <a:p>
            <a:pPr>
              <a:spcAft>
                <a:spcPts val="900"/>
              </a:spcAft>
              <a:defRPr sz="1600" b="0"/>
            </a:pPr>
            <a:r>
              <a:t>Additional login/admin endpoints may be added as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High-Level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1. User visits the conference website and views event information.</a:t>
            </a:r>
          </a:p>
          <a:p>
            <a:pPr>
              <a:spcAft>
                <a:spcPts val="900"/>
              </a:spcAft>
              <a:defRPr sz="1800" b="0"/>
            </a:pPr>
            <a:r>
              <a:t>2. User registers or logs in.</a:t>
            </a:r>
          </a:p>
          <a:p>
            <a:pPr>
              <a:spcAft>
                <a:spcPts val="900"/>
              </a:spcAft>
              <a:defRPr sz="1800" b="0"/>
            </a:pPr>
            <a:r>
              <a:t>3. User selects a ticket category and quantity.</a:t>
            </a:r>
          </a:p>
          <a:p>
            <a:pPr>
              <a:spcAft>
                <a:spcPts val="900"/>
              </a:spcAft>
              <a:defRPr sz="1800" b="0"/>
            </a:pPr>
            <a:r>
              <a:t>4. Frontend calculates an estimated total; backend re-checks the price.</a:t>
            </a:r>
          </a:p>
          <a:p>
            <a:pPr>
              <a:spcAft>
                <a:spcPts val="900"/>
              </a:spcAft>
              <a:defRPr sz="1800" b="0"/>
            </a:pPr>
            <a:r>
              <a:t>5. User reviews the order and completes payment.</a:t>
            </a:r>
          </a:p>
          <a:p>
            <a:pPr>
              <a:spcAft>
                <a:spcPts val="900"/>
              </a:spcAft>
              <a:defRPr sz="1800" b="0"/>
            </a:pPr>
            <a:r>
              <a:t>6. Backend confirms payment and creates the order/tickets.</a:t>
            </a:r>
          </a:p>
          <a:p>
            <a:pPr>
              <a:spcAft>
                <a:spcPts val="900"/>
              </a:spcAft>
              <a:defRPr sz="1800" b="0"/>
            </a:pPr>
            <a:r>
              <a:t>7. Each ticket receives a unique number and QR-code-like representation.</a:t>
            </a:r>
          </a:p>
          <a:p>
            <a:pPr>
              <a:spcAft>
                <a:spcPts val="900"/>
              </a:spcAft>
              <a:defRPr sz="1800" b="0"/>
            </a:pPr>
            <a:r>
              <a:t>8. At the gate, an admin/verification officer checks the ticket.</a:t>
            </a:r>
          </a:p>
          <a:p>
            <a:pPr>
              <a:spcAft>
                <a:spcPts val="900"/>
              </a:spcAft>
              <a:defRPr sz="1800" b="0"/>
            </a:pPr>
            <a:r>
              <a:t>9. Valid tickets are marked as used; invalid or already-used tickets are rejected.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Project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The backend must be implemented with PHP.</a:t>
            </a:r>
          </a:p>
          <a:p>
            <a:pPr>
              <a:spcAft>
                <a:spcPts val="900"/>
              </a:spcAft>
              <a:defRPr sz="1800" b="0"/>
            </a:pPr>
            <a:r>
              <a:t>JavaScript Fetch API must be used for communication between the frontend and API.</a:t>
            </a:r>
          </a:p>
          <a:p>
            <a:pPr>
              <a:spcAft>
                <a:spcPts val="900"/>
              </a:spcAft>
              <a:defRPr sz="1800" b="0"/>
            </a:pPr>
            <a:r>
              <a:t>MySQL is used for persistent data storage.</a:t>
            </a:r>
          </a:p>
          <a:p>
            <a:pPr>
              <a:spcAft>
                <a:spcPts val="900"/>
              </a:spcAft>
              <a:defRPr sz="1800" b="0"/>
            </a:pPr>
            <a:r>
              <a:t>The project must be completed within a two-week development period.</a:t>
            </a:r>
          </a:p>
          <a:p>
            <a:pPr>
              <a:spcAft>
                <a:spcPts val="900"/>
              </a:spcAft>
              <a:defRPr sz="1800" b="0"/>
            </a:pPr>
            <a:r>
              <a:t>The system should remain modular so team members can develop components in parallel.</a:t>
            </a:r>
          </a:p>
          <a:p>
            <a:pPr>
              <a:spcAft>
                <a:spcPts val="900"/>
              </a:spcAft>
              <a:defRPr sz="1800" b="0"/>
            </a:pPr>
            <a:r>
              <a:t>Payment and QR functionality should be practical for a student prototype and should not introduce unnecessary complexity.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Two-Week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Week 1 — Foundation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Day 1: Explain project, requirements and assign workstreams.</a:t>
            </a:r>
          </a:p>
          <a:p>
            <a:pPr>
              <a:spcAft>
                <a:spcPts val="900"/>
              </a:spcAft>
              <a:defRPr sz="1600" b="0"/>
            </a:pPr>
            <a:r>
              <a:t>Day 2: Finalise ERD, API contracts and UI structure.</a:t>
            </a:r>
          </a:p>
          <a:p>
            <a:pPr>
              <a:spcAft>
                <a:spcPts val="900"/>
              </a:spcAft>
              <a:defRPr sz="1600" b="0"/>
            </a:pPr>
            <a:r>
              <a:t>Days 3–4: Build database, frontend foundation and authentication.</a:t>
            </a:r>
          </a:p>
          <a:p>
            <a:pPr>
              <a:spcAft>
                <a:spcPts val="900"/>
              </a:spcAft>
              <a:defRPr sz="1600" b="0"/>
            </a:pPr>
            <a:r>
              <a:t>Days 4–6: Build ticket selection, pricing, orders and payment.</a:t>
            </a:r>
          </a:p>
          <a:p>
            <a:pPr>
              <a:spcAft>
                <a:spcPts val="900"/>
              </a:spcAft>
              <a:defRPr sz="1600" b="0"/>
            </a:pPr>
            <a:r>
              <a:t>Days 6–7: Start QR/ticket verification and admin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Week 2 — Integration &amp;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91640"/>
            <a:ext cx="5166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/>
            </a:pPr>
            <a:r>
              <a:t>Days 8–9: Complete payment, ticketing and admin modules.</a:t>
            </a:r>
          </a:p>
          <a:p>
            <a:pPr>
              <a:spcAft>
                <a:spcPts val="900"/>
              </a:spcAft>
              <a:defRPr sz="1600" b="0"/>
            </a:pPr>
            <a:r>
              <a:t>Day 9: Begin full frontend/backend integration.</a:t>
            </a:r>
          </a:p>
          <a:p>
            <a:pPr>
              <a:spcAft>
                <a:spcPts val="900"/>
              </a:spcAft>
              <a:defRPr sz="1600" b="0"/>
            </a:pPr>
            <a:r>
              <a:t>Days 10–11: System testing and bug fixing.</a:t>
            </a:r>
          </a:p>
          <a:p>
            <a:pPr>
              <a:spcAft>
                <a:spcPts val="900"/>
              </a:spcAft>
              <a:defRPr sz="1600" b="0"/>
            </a:pPr>
            <a:r>
              <a:t>Day 12: Final integration + documentation review.</a:t>
            </a:r>
          </a:p>
          <a:p>
            <a:pPr>
              <a:spcAft>
                <a:spcPts val="900"/>
              </a:spcAft>
              <a:defRPr sz="1600" b="0"/>
            </a:pPr>
            <a:r>
              <a:t>Day 13: Demo/presentation preparation.</a:t>
            </a:r>
          </a:p>
          <a:p>
            <a:pPr>
              <a:spcAft>
                <a:spcPts val="900"/>
              </a:spcAft>
              <a:defRPr sz="1600" b="0"/>
            </a:pPr>
            <a:r>
              <a:t>Day 14: Final review and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13. Who Depends on Whom?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Project/requirements → everyone: the agreed requirements are the common starting point.</a:t>
            </a:r>
          </a:p>
          <a:p>
            <a:pPr>
              <a:spcAft>
                <a:spcPts val="900"/>
              </a:spcAft>
              <a:defRPr sz="1800" b="0"/>
            </a:pPr>
            <a:r>
              <a:t>Database structure → backend, ticketing/payment and admin: they need agreed tables and relationships.</a:t>
            </a:r>
          </a:p>
          <a:p>
            <a:pPr>
              <a:spcAft>
                <a:spcPts val="900"/>
              </a:spcAft>
              <a:defRPr sz="1800" b="0"/>
            </a:pPr>
            <a:r>
              <a:t>Frontend ↔ API contracts: frontend developers need agreed endpoint names, inputs and response formats.</a:t>
            </a:r>
          </a:p>
          <a:p>
            <a:pPr>
              <a:spcAft>
                <a:spcPts val="900"/>
              </a:spcAft>
              <a:defRPr sz="1800" b="0"/>
            </a:pPr>
            <a:r>
              <a:t>Ticket/pricing → order/payment: checkout needs the ticket categories and pricing rules.</a:t>
            </a:r>
          </a:p>
          <a:p>
            <a:pPr>
              <a:spcAft>
                <a:spcPts val="900"/>
              </a:spcAft>
              <a:defRPr sz="1800" b="0"/>
            </a:pPr>
            <a:r>
              <a:t>Payment confirmation → digital ticket: tickets should only be issued after confirmed payment.</a:t>
            </a:r>
          </a:p>
          <a:p>
            <a:pPr>
              <a:spcAft>
                <a:spcPts val="900"/>
              </a:spcAft>
              <a:defRPr sz="1800" b="0"/>
            </a:pPr>
            <a:r>
              <a:t>All modules → testing/integration: QA tests the completed modules and the complete end-to-end flow.</a:t>
            </a:r>
          </a:p>
          <a:p>
            <a:pPr>
              <a:spcAft>
                <a:spcPts val="900"/>
              </a:spcAft>
              <a:defRPr sz="1800" b="0"/>
            </a:pPr>
            <a:r>
              <a:t>Important: nobody should wait for an entire role to finish; they only wait for the specific interface/data they depend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14. Definition of a Successful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/>
            </a:pPr>
            <a:r>
              <a:t>A user can register and log in.</a:t>
            </a:r>
          </a:p>
          <a:p>
            <a:pPr>
              <a:spcAft>
                <a:spcPts val="900"/>
              </a:spcAft>
              <a:defRPr sz="1800" b="0"/>
            </a:pPr>
            <a:r>
              <a:t>A user can select a ticket and quantity and see the correct total.</a:t>
            </a:r>
          </a:p>
          <a:p>
            <a:pPr>
              <a:spcAft>
                <a:spcPts val="900"/>
              </a:spcAft>
              <a:defRPr sz="1800" b="0"/>
            </a:pPr>
            <a:r>
              <a:t>A user can complete a payment flow and receive confirmation.</a:t>
            </a:r>
          </a:p>
          <a:p>
            <a:pPr>
              <a:spcAft>
                <a:spcPts val="900"/>
              </a:spcAft>
              <a:defRPr sz="1800" b="0"/>
            </a:pPr>
            <a:r>
              <a:t>A paid order produces a unique digital ticket.</a:t>
            </a:r>
          </a:p>
          <a:p>
            <a:pPr>
              <a:spcAft>
                <a:spcPts val="900"/>
              </a:spcAft>
              <a:defRPr sz="1800" b="0"/>
            </a:pPr>
            <a:r>
              <a:t>The ticket contains a QR-code-like representation.</a:t>
            </a:r>
          </a:p>
          <a:p>
            <a:pPr>
              <a:spcAft>
                <a:spcPts val="900"/>
              </a:spcAft>
              <a:defRPr sz="1800" b="0"/>
            </a:pPr>
            <a:r>
              <a:t>An administrator can verify the ticket and prevent reuse.</a:t>
            </a:r>
          </a:p>
          <a:p>
            <a:pPr>
              <a:spcAft>
                <a:spcPts val="900"/>
              </a:spcAft>
              <a:defRPr sz="1800" b="0"/>
            </a:pPr>
            <a:r>
              <a:t>Administrators can view key users, ticket, order and payment information.</a:t>
            </a:r>
          </a:p>
          <a:p>
            <a:pPr>
              <a:spcAft>
                <a:spcPts val="900"/>
              </a:spcAft>
              <a:defRPr sz="1800" b="0"/>
            </a:pPr>
            <a:r>
              <a:t>The complete workflow works from registration → payment → ticket →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